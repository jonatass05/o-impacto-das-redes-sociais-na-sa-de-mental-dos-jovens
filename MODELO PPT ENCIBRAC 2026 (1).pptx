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TEMÁTICA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1: Lucas Vinicius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2: Jonatas Ferreira	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3: Kelvin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Tellis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85" y="5921548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Analise e Desenvolvimento de Sistemas 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Palavras chave: </a:t>
            </a:r>
            <a:r>
              <a:rPr lang="pt-BR" sz="1400" dirty="0"/>
              <a:t>Saúde mental; Redes sociais; Ansiedade digital</a:t>
            </a:r>
            <a:endParaRPr lang="pt-BR" sz="14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PROBLEMÁTICA: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Como o uso excessivo e sem acompanhamento das redes sociais impacta diretamente a saúde mental dos adolescentes?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Como o uso excessivo e sem acompanhamento das redes sociais impacta diretamente a saúde mental dos adolescentes?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 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JUSTIFICATIVA: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 alta exposição diária às plataformas virtuais exige a compreensão dos riscos psicológicos e comportamentais envolvidos.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Conscientização da sociedade e estímulo à criação de hábitos digitais mais seguros e saudáveis.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GERAL: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Analisar a alta nos índices de depressão e ansiedade entre os jovens associada ao uso inadequado das redes sociais.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OBJETIVOS ESPECÍFICOS: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Compreender os sintomas e gatilhos da ansiedade digital e do medo de exclusão (</a:t>
            </a:r>
            <a:r>
              <a:rPr lang="pt-BR" sz="1400" i="1" dirty="0"/>
              <a:t>FOMO</a:t>
            </a:r>
            <a:r>
              <a:rPr lang="pt-BR" sz="1400" dirty="0"/>
              <a:t>).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Identificar o papel da arquitetura algorítmica, da cultura de aprovação e das pressões estéticas.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Apontar estratégias integradas de prevenção unindo família, escola, saúde e atenção primária.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3360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b="1" dirty="0"/>
              <a:t>Abordagem:</a:t>
            </a:r>
            <a:r>
              <a:rPr lang="pt-BR" sz="1400" dirty="0"/>
              <a:t> Qualitativa e descritiva, de natureza teórica (Revisão Bibliográfica da Literatura).</a:t>
            </a:r>
          </a:p>
          <a:p>
            <a:pPr>
              <a:buNone/>
            </a:pPr>
            <a:r>
              <a:rPr lang="pt-BR" sz="1400" b="1" dirty="0"/>
              <a:t>Bases Consultadas:</a:t>
            </a:r>
            <a:r>
              <a:rPr lang="pt-BR" sz="1400" dirty="0"/>
              <a:t> BVS, SciELO, </a:t>
            </a:r>
            <a:r>
              <a:rPr lang="pt-BR" sz="1400" dirty="0" err="1"/>
              <a:t>PubMed</a:t>
            </a:r>
            <a:r>
              <a:rPr lang="pt-BR" sz="1400" dirty="0"/>
              <a:t> e Google Acadêmico. </a:t>
            </a:r>
          </a:p>
          <a:p>
            <a:pPr>
              <a:buNone/>
            </a:pPr>
            <a:r>
              <a:rPr lang="pt-BR" sz="1400" b="1" dirty="0"/>
              <a:t>Recorte Temporal:</a:t>
            </a:r>
            <a:r>
              <a:rPr lang="pt-BR" sz="1400" dirty="0"/>
              <a:t> Publicações entre 2024 e 2026.</a:t>
            </a:r>
          </a:p>
          <a:p>
            <a:pPr>
              <a:buNone/>
            </a:pPr>
            <a:r>
              <a:rPr lang="pt-BR" sz="1400" dirty="0"/>
              <a:t>Critérios de Triagem:</a:t>
            </a:r>
          </a:p>
          <a:p>
            <a:pPr>
              <a:buNone/>
            </a:pPr>
            <a:r>
              <a:rPr lang="pt-BR" sz="1400" dirty="0"/>
              <a:t>Inclusão: Artigos completos focados em adolescentes e jovens adultos conectados.</a:t>
            </a:r>
          </a:p>
          <a:p>
            <a:pPr>
              <a:buNone/>
            </a:pPr>
            <a:r>
              <a:rPr lang="pt-BR" sz="1400" dirty="0"/>
              <a:t>Exclusão: Tratamentos farmacológicos, diagnósticos psiquiátricos estritos e faixas etárias adultas/idosas. 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4348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/>
              <a:t>Eixo 1: Impactos Clínicos e Manifestações Psíquicas</a:t>
            </a:r>
            <a:endParaRPr lang="pt-B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400" i="1" dirty="0"/>
              <a:t>Veras &amp; </a:t>
            </a:r>
            <a:r>
              <a:rPr lang="pt-BR" sz="1400" i="1" dirty="0" err="1"/>
              <a:t>Donda</a:t>
            </a:r>
            <a:r>
              <a:rPr lang="pt-BR" sz="1400" i="1" dirty="0"/>
              <a:t> (2024)</a:t>
            </a:r>
            <a:r>
              <a:rPr lang="pt-BR" sz="1400" dirty="0"/>
              <a:t>: Surgimento de distúrbios físicos e mentais, ansiedade, baixa autoestima e dependência digital.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i="1" dirty="0"/>
              <a:t>Lima et al. (2026)</a:t>
            </a:r>
            <a:r>
              <a:rPr lang="pt-BR" sz="1400" dirty="0"/>
              <a:t>: Alta ocorrência de quadros depressivos e ansiosos na adolescência.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i="1" dirty="0" err="1"/>
              <a:t>Felippe</a:t>
            </a:r>
            <a:r>
              <a:rPr lang="pt-BR" sz="1400" i="1" dirty="0"/>
              <a:t> &amp; Michelon (2025)</a:t>
            </a:r>
            <a:r>
              <a:rPr lang="pt-BR" sz="1400" dirty="0"/>
              <a:t>: Análise da "ansiedade digital", instabilidade emocional e medo de ficar por fora (</a:t>
            </a:r>
            <a:r>
              <a:rPr lang="pt-BR" sz="1400" i="1" dirty="0"/>
              <a:t>FOMO</a:t>
            </a:r>
            <a:r>
              <a:rPr lang="pt-BR" sz="1400" dirty="0"/>
              <a:t>). </a:t>
            </a:r>
          </a:p>
          <a:p>
            <a:r>
              <a:rPr lang="pt-BR" sz="1400" b="1" dirty="0"/>
              <a:t>Eixo 2: Arquitetura das Plataformas e Fatores Determinantes</a:t>
            </a:r>
            <a:endParaRPr lang="pt-B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O impacto vai além do simples tempo de tela.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Algoritmos persuasivos e notificações contínuas mantêm a mente em estado constante de alerta.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Pressão por padrões estéticos irreais, busca por validação (curtidas) e </a:t>
            </a:r>
            <a:r>
              <a:rPr lang="pt-BR" sz="1400" i="1" dirty="0"/>
              <a:t>cyberbullying</a:t>
            </a:r>
            <a:r>
              <a:rPr lang="pt-BR" sz="1400" dirty="0"/>
              <a:t>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/>
              <a:t>Eixo 3: Estratégias de Cuidado e Atuação Multiprofissional</a:t>
            </a:r>
            <a:endParaRPr lang="pt-B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Rejeição de abordagens puramente proibitivas ou punitivas.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Importância da atuação da enfermagem, da Atenção Primária à Saúde (APS) e de equipes multidisciplinares.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Acompanhamento ético e mediação ativa entre escola e núcleo familiar.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Síntese Crítica &amp; Lacunas: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i="1" dirty="0"/>
              <a:t>Convergências:</a:t>
            </a:r>
            <a:r>
              <a:rPr lang="pt-BR" sz="1400" dirty="0"/>
              <a:t> Todos comprovam o impacto direto do ambiente digital no sofrimento psíquico dos jovens.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i="1" dirty="0"/>
              <a:t>Divergências:</a:t>
            </a:r>
            <a:r>
              <a:rPr lang="pt-BR" sz="1400" dirty="0"/>
              <a:t> Variação entre enfoques neurocomportamentais, determinantes sociais ou assistenciais.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i="1" dirty="0"/>
              <a:t>Lacunas:</a:t>
            </a:r>
            <a:r>
              <a:rPr lang="pt-BR" sz="1400" dirty="0"/>
              <a:t> Falta de dados quantitativos longitudinais e ausência de testes empíricos de protocolos práticos nas escolas.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/>
              <a:t>Resposta ao Problema:</a:t>
            </a:r>
            <a:endParaRPr lang="pt-B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As redes sociais disparam ansiedade e depressão por meio do design persuasivo, busca de validação e comparações sociais irreais. </a:t>
            </a:r>
          </a:p>
          <a:p>
            <a:r>
              <a:rPr lang="pt-BR" sz="1400" b="1" dirty="0"/>
              <a:t>Principais Conclusões:</a:t>
            </a:r>
            <a:endParaRPr lang="pt-B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A questão é multifatorial e multifacetada, superando a visão simplista do mero tempo de tela.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 culpa do problema não é puramente individual, mas também estrutural das plataformas. </a:t>
            </a:r>
          </a:p>
          <a:p>
            <a:r>
              <a:rPr lang="pt-BR" sz="1400" b="1" dirty="0"/>
              <a:t>Implicações e Recomendações:</a:t>
            </a:r>
            <a:endParaRPr lang="pt-B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Urgência de redes de proteção integradas (saúde, escola e família) e promoção da educação digital.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FELIPPE, Augusto Maia; MICHELON, Leandro José. Ansiedade digital: efeitos do uso excessivo de redes sociais na saúde mental de jovens. </a:t>
            </a:r>
            <a:r>
              <a:rPr lang="pt-BR" sz="1400" b="1" dirty="0" err="1"/>
              <a:t>Aracê</a:t>
            </a:r>
            <a:r>
              <a:rPr lang="pt-BR" sz="1400" dirty="0"/>
              <a:t>, v. 7, n. 6, p. 32928–32941, 18 jun. 2025.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LIMA, Ismael de Souza et al. O impacto das redes sociais na saúde mental dos adolescentes: a importância da atuação multidisciplinar na prevenção e no cuidado. </a:t>
            </a:r>
            <a:r>
              <a:rPr lang="pt-BR" sz="1400" b="1" dirty="0"/>
              <a:t>Revista Tópicos</a:t>
            </a:r>
            <a:r>
              <a:rPr lang="pt-BR" sz="1400" dirty="0"/>
              <a:t>, v. 28, n. 135, jul. 2026.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VERAS, </a:t>
            </a:r>
            <a:r>
              <a:rPr lang="pt-BR" sz="1400" dirty="0" err="1"/>
              <a:t>Antonia</a:t>
            </a:r>
            <a:r>
              <a:rPr lang="pt-BR" sz="1400" dirty="0"/>
              <a:t> Doriana Araújo; DONDA, Ana Carolina. O impacto das redes sociais na saúde mental dos jovens. </a:t>
            </a:r>
            <a:r>
              <a:rPr lang="pt-BR" sz="1400" b="1" dirty="0"/>
              <a:t>Revista FT</a:t>
            </a:r>
            <a:r>
              <a:rPr lang="pt-BR" sz="1400" dirty="0"/>
              <a:t>, v. 28, n. 135, jun. 2024.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sz="3200" dirty="0">
                <a:solidFill>
                  <a:schemeClr val="bg1"/>
                </a:solidFill>
              </a:rPr>
              <a:t>Agradecemos à orientação da Profa. Esp. Isabella Luiza dos Santos Souza e ao Centro Universitário Braz Cubas pela oportunidade.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722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JONATAS FERREIRA DIAS VIEIRA</cp:lastModifiedBy>
  <cp:revision>23</cp:revision>
  <dcterms:created xsi:type="dcterms:W3CDTF">2021-05-14T17:32:15Z</dcterms:created>
  <dcterms:modified xsi:type="dcterms:W3CDTF">2026-10-15T01:08:19Z</dcterms:modified>
</cp:coreProperties>
</file>